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StartupDesk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AI-Powered Business Planning &amp;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G H Patel College of Engineering &amp; Technology | Mini Project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🎯 Problem Statement: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Aspiring entrepreneurs struggle with creating comprehensive business plans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Lack of access to market research and supplier information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Difficulty in tracking business progress and managing operations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No centralized platform for startup management in India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💡 Our Solution - StartupDesk: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AI-powered platform for end-to-end startup management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Intelligent business plan generation using Google Gemini AI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Integration with government UDYAM/MSME APIs for real supplier data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Comprehensive dashboard for sales, cash flow, and milestone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Technology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🎨 Frontend Technologies: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React 18 with TypeScript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Vite for fast development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Tailwind CSS for styling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shadcn/ui component library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React Router for navigation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Recharts for data visualization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🔧 Backend Technologies: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Flask (Python) REST API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Google Gemini AI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UDYAM/MSME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💾 Database &amp; Authentication: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Supabase (PostgreSQL)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Row-Level Security (RLS)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Email verification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Session management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🏗️ Architecture Pattern: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Client-Server Architecture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RESTful API design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Real-time data streaming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Secure authentication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AI-Powered Business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🤖 Intelligent Business Idea Generation: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AI analyzes user budget, location, and interests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Generates 3-5 personalized business recommendations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Provides market viability scores and initial investment estimates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📋 Comprehensive Business Plan Creation: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Executive summary with mission and vision statements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Detailed market analysis and competitor research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Financial projections (revenue, expenses, profit margins)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Marketing strategy and operational plans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PDF export functionality for investor presentations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SmartBiz AI Agent - Conversational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💬 Intelligent Chat Interface: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Natural language processing for user queries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Context-aware responses with chat history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Real-time streaming responses for better UX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🎯 Guided Onboarding Flow: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Collects user information conversationally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Asks about budget, location, industry preferences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Generates business recommendations within chat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Seamless transition to business plan generation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🧠 Powered by Google Gemini AI: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Advanced natural language understanding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Strategic business consulting persona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Business 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📊 Comprehensive Dashboard Features: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💰 Sales Tracking Widget: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Record daily/weekly/monthly sales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Visual charts showing revenue trends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Sales performance analytics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💵 Cash Flow Management: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Track income and expenses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Cash flow visualization with line charts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Budget monitoring and alerts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📈 Phase-Based Milestone Tracker: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Pre-launch, Launch, Growth, Scale phases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Task completion tracking with progress bars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B2B Marketplace &amp; Government API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🏪 B2B Marketplace: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Separate tabs for Finished Goods and Raw Materials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Verified business badges for MSME-registered suppliers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Premium UI with contact actions (Call, Email, WhatsApp)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Real-time supplier listings from government database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🔗 UDYAM/MSME API Integration: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Direct integration with Government of India MSME database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Real-time supplier verification and data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AI-powered supplier comparison feature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Pricing estimates and contact details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🤝 Smart Supplier Recommendations: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AI analyzes business requirements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Suggests best-fit suppliers based on location and industry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Project Statistics &amp; Research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📊 Development Metrics: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12 weeks of development (Jan 2026 - Feb 2026)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75+ React components built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10+ pages with full routing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8+ database tables with RLS policies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4 Flask API endpoints for AI integration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🔍 Market Research Findings: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63.4 million MSMEs registered in India (2023)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95% of startups fail due to poor planning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AI in business planning market growing at 32% CAGR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78% of entrepreneurs need help with business plans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💡 Technology Adoption: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React usage: 40%+ of web developers (Stack Overflow 2024)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AI adoption in startups: 67% (Gartner 2024)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Implementation Timeline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📅 Development Timeline: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1-2: Setup &amp; Database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3-4: Authentication &amp; Backend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5-6: UI Components &amp; AI Agent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7-8: Business Plan Generation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9-10: Dashboard &amp; Analytics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11: API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Week 12: Testing &amp; Deployment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✅ Key Achievements: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Seamless AI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Real-time government data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Responsive premium UI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Secure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⚠️ Challenges Faced: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1. API Integration: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UDYAM API rate limiting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Data format inconsistencies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Solution: Caching &amp; error handling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2. AI Response Quality: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Generic AI responses initially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Solution: Enhanced prompts with business consultant persona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3. Real-time Updates: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UI not reflecting changes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Solution: Proper state management with React 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🎯 Project Achievements: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Successfully built end-to-end startup management platform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Integrated cutting-edge AI for intelligent recommendations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Connected with government APIs for authentic data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Created intuitive, premium user experience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🚀 Future Enhancements: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Mobile application (React Native)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Advanced analytics with predictive insights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Integration with payment gateways for invoicing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Mentor matching system for startups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Multi-language support for regional entrepreneurs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Investor connection platform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💼 Real-World Impact: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Empowering aspiring entrepreneurs across India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Reducing startup failure rates through better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